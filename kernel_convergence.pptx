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3"/>
    <p:restoredTop sz="81198"/>
  </p:normalViewPr>
  <p:slideViewPr>
    <p:cSldViewPr snapToGrid="0">
      <p:cViewPr varScale="1">
        <p:scale>
          <a:sx n="118" d="100"/>
          <a:sy n="118" d="100"/>
        </p:scale>
        <p:origin x="13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94D6F-D775-E698-1758-AF4DFC5E4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C08F82-CD67-DA9F-B76D-3BC019708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F8809-A633-BEF7-263A-1EDCD2164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9A2D-AF6A-2145-8867-A0521A82B1EA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4B485-9987-5CD9-2543-D64D7DC33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02046-57D0-57BE-06C1-2114830F8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F7E4-D88B-B24A-B9E0-3788656DF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046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370A4-C242-CF63-FD64-997D3C8B0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D0199-14F8-FB95-23F4-749476741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019CE-4FDD-B7BD-56F4-910824D30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9A2D-AF6A-2145-8867-A0521A82B1EA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7788D-95A0-6830-8253-A15BB7D4C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BE421-EA93-B05C-7DA9-C2AB0AC97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F7E4-D88B-B24A-B9E0-3788656DF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44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74583-5C96-A073-F54B-D363A2300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A72EEB-64AC-619A-8B07-137951BE5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893FF-CCD1-1F88-1F62-53B5FDE0D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9A2D-AF6A-2145-8867-A0521A82B1EA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8516E-7481-5514-8160-922A5F4B3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6AFE0-DC9A-5650-A02C-907EBBF8E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F7E4-D88B-B24A-B9E0-3788656DF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552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FE94D-4366-4A52-3AB1-D36477A71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1A7A9-9500-C15C-DE5C-F6211A46AE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D2A8D5-171A-B9BA-2324-E931628E3F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D67355-3C71-5FD2-E9BD-C0C8FEEA2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9A2D-AF6A-2145-8867-A0521A82B1EA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3579C-7817-0101-6BA1-2442E7238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FC966-45BE-2EA9-C040-3BEEE479B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F7E4-D88B-B24A-B9E0-3788656DF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026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21ECB-A376-DC05-B086-87218F663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B9B0CA-EC00-15E2-A35A-9D1BBC85FA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0125BD-4E08-469A-51ED-993922D7F0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5B178C-F980-F431-1C0A-D0A34D5524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68B04A-FDEE-B4F5-7E17-F2F3EF5E2C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C0DA8F-2BC5-49B1-0EC0-2530400A6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9A2D-AF6A-2145-8867-A0521A82B1EA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77BC6C-5460-AF79-ACBB-91F465CE9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7F84E8-A9D7-72A5-C72E-FE851E164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F7E4-D88B-B24A-B9E0-3788656DF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354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324C-160C-5E12-7412-5F79000AE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FD363D-E47C-C7FA-02CA-2C4B87D85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9A2D-AF6A-2145-8867-A0521A82B1EA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4DB338-6960-40CB-014C-A73B2F67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34AD19-F03C-5C89-E6D0-C351560CE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F7E4-D88B-B24A-B9E0-3788656DF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55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62D46E-4B46-4009-6415-4B55B0853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9A2D-AF6A-2145-8867-A0521A82B1EA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B5E93F-3A9A-935E-B612-B70379E61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698FA-BEBC-089C-EF42-AC0748C84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F7E4-D88B-B24A-B9E0-3788656DF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158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3175C-28FE-E125-6537-DF47856EC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0D993-CC8F-AB13-56F6-EBF63A0B2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86151-B233-CCC0-AD26-50C1E99F78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23EBA-254E-B7D2-53FB-D34F83B74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9A2D-AF6A-2145-8867-A0521A82B1EA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41D3E-D241-FE8A-B41F-AA4C281EA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EDD2F6-C487-2D9E-C59F-0CAEFD71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F7E4-D88B-B24A-B9E0-3788656DF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545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B0561-A89F-50FB-AFB7-A0C587BF5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F1F8EC-D95A-BD94-C157-EEA4E7CF6D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509F91-45E9-D44E-EE00-2E06D12AB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959D24-CB09-2211-7307-8C76A831A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9A2D-AF6A-2145-8867-A0521A82B1EA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CB2340-84A5-2CD7-88F0-0B2870714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96C57E-FEC9-C70D-DD67-22FD9674C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F7E4-D88B-B24A-B9E0-3788656DF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374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7FD18-BBF3-805F-8788-86FA19566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C5721A-7E41-0CDC-A14B-429B15A715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FFC76-7FE8-63FD-2AEA-E17A4CD97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9A2D-AF6A-2145-8867-A0521A82B1EA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76787-2A48-0A4C-7366-3FEC83BA5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2EE71-7563-0174-06D0-F29224837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F7E4-D88B-B24A-B9E0-3788656DF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445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E376D7-7AE8-9163-D053-BBD75C53E9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DF3597-291D-AC09-BBC9-29D2FBBE5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13210-531F-C1FA-7E25-2088200EE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9A2D-AF6A-2145-8867-A0521A82B1EA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4DF20-157F-598A-A81C-47D13E32A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71184-FE4A-C07F-97B1-A0C65293A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F7E4-D88B-B24A-B9E0-3788656DF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684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6EF1EB-63E4-3490-8CA8-CD80BA78B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87DF2-F22A-71D2-4237-9E75C8F8E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8A2EF-1E4F-BB41-6C4B-7F27349087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CB9A2D-AF6A-2145-8867-A0521A82B1EA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C6F06-B005-76FD-3FB8-64F6EC706C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78E3E-AEE6-9A6F-093A-5E259F08C3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73F7E4-D88B-B24A-B9E0-3788656DF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77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215E495A-D4DC-5612-6A97-BFF33C254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54" y="74348"/>
            <a:ext cx="6096000" cy="1219200"/>
          </a:xfrm>
          <a:prstGeom prst="rect">
            <a:avLst/>
          </a:prstGeom>
        </p:spPr>
      </p:pic>
      <p:pic>
        <p:nvPicPr>
          <p:cNvPr id="9" name="Picture 8" descr="A screenshot of a graph&#10;&#10;AI-generated content may be incorrect.">
            <a:extLst>
              <a:ext uri="{FF2B5EF4-FFF2-40B4-BE49-F238E27FC236}">
                <a16:creationId xmlns:a16="http://schemas.microsoft.com/office/drawing/2014/main" id="{8721472E-7796-9F21-31BF-22AC3AEF3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54" y="1207651"/>
            <a:ext cx="6096000" cy="1219200"/>
          </a:xfrm>
          <a:prstGeom prst="rect">
            <a:avLst/>
          </a:prstGeom>
        </p:spPr>
      </p:pic>
      <p:pic>
        <p:nvPicPr>
          <p:cNvPr id="11" name="Picture 10" descr="A screenshot of a graph&#10;&#10;AI-generated content may be incorrect.">
            <a:extLst>
              <a:ext uri="{FF2B5EF4-FFF2-40B4-BE49-F238E27FC236}">
                <a16:creationId xmlns:a16="http://schemas.microsoft.com/office/drawing/2014/main" id="{FA3885FF-E8F2-E80B-AA00-999B325A8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54" y="2304472"/>
            <a:ext cx="6096000" cy="1219200"/>
          </a:xfrm>
          <a:prstGeom prst="rect">
            <a:avLst/>
          </a:prstGeom>
        </p:spPr>
      </p:pic>
      <p:pic>
        <p:nvPicPr>
          <p:cNvPr id="13" name="Picture 12" descr="A screenshot of a graph&#10;&#10;AI-generated content may be incorrect.">
            <a:extLst>
              <a:ext uri="{FF2B5EF4-FFF2-40B4-BE49-F238E27FC236}">
                <a16:creationId xmlns:a16="http://schemas.microsoft.com/office/drawing/2014/main" id="{632E96B6-ED5F-5E50-A1B1-1F065BAB5D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054" y="3402676"/>
            <a:ext cx="6096000" cy="1219200"/>
          </a:xfrm>
          <a:prstGeom prst="rect">
            <a:avLst/>
          </a:prstGeom>
        </p:spPr>
      </p:pic>
      <p:pic>
        <p:nvPicPr>
          <p:cNvPr id="15" name="Picture 14" descr="A screenshot of a graph&#10;&#10;AI-generated content may be incorrect.">
            <a:extLst>
              <a:ext uri="{FF2B5EF4-FFF2-40B4-BE49-F238E27FC236}">
                <a16:creationId xmlns:a16="http://schemas.microsoft.com/office/drawing/2014/main" id="{B83C6667-DCB7-39DF-3719-DC78075FEC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054" y="4511964"/>
            <a:ext cx="6096000" cy="1219200"/>
          </a:xfrm>
          <a:prstGeom prst="rect">
            <a:avLst/>
          </a:prstGeom>
        </p:spPr>
      </p:pic>
      <p:pic>
        <p:nvPicPr>
          <p:cNvPr id="17" name="Picture 16" descr="A screenshot of a graph&#10;&#10;AI-generated content may be incorrect.">
            <a:extLst>
              <a:ext uri="{FF2B5EF4-FFF2-40B4-BE49-F238E27FC236}">
                <a16:creationId xmlns:a16="http://schemas.microsoft.com/office/drawing/2014/main" id="{A029BC47-C3A8-B39D-68E4-E91A3A9918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054" y="5642956"/>
            <a:ext cx="6096000" cy="1219200"/>
          </a:xfrm>
          <a:prstGeom prst="rect">
            <a:avLst/>
          </a:prstGeom>
        </p:spPr>
      </p:pic>
      <p:pic>
        <p:nvPicPr>
          <p:cNvPr id="19" name="Picture 18" descr="A screenshot of a graph&#10;&#10;AI-generated content may be incorrect.">
            <a:extLst>
              <a:ext uri="{FF2B5EF4-FFF2-40B4-BE49-F238E27FC236}">
                <a16:creationId xmlns:a16="http://schemas.microsoft.com/office/drawing/2014/main" id="{4CD3D8EC-0612-EE21-BEB1-B4258DBFD0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1151" y="86816"/>
            <a:ext cx="6096000" cy="1219200"/>
          </a:xfrm>
          <a:prstGeom prst="rect">
            <a:avLst/>
          </a:prstGeom>
        </p:spPr>
      </p:pic>
      <p:pic>
        <p:nvPicPr>
          <p:cNvPr id="21" name="Picture 20" descr="A screenshot of a graph&#10;&#10;AI-generated content may be incorrect.">
            <a:extLst>
              <a:ext uri="{FF2B5EF4-FFF2-40B4-BE49-F238E27FC236}">
                <a16:creationId xmlns:a16="http://schemas.microsoft.com/office/drawing/2014/main" id="{06C53C81-F2CE-D746-616B-4FF96DC38F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1151" y="1195183"/>
            <a:ext cx="6096000" cy="1219200"/>
          </a:xfrm>
          <a:prstGeom prst="rect">
            <a:avLst/>
          </a:prstGeom>
        </p:spPr>
      </p:pic>
      <p:pic>
        <p:nvPicPr>
          <p:cNvPr id="23" name="Picture 22" descr="A screenshot of a graph&#10;&#10;AI-generated content may be incorrect.">
            <a:extLst>
              <a:ext uri="{FF2B5EF4-FFF2-40B4-BE49-F238E27FC236}">
                <a16:creationId xmlns:a16="http://schemas.microsoft.com/office/drawing/2014/main" id="{F6AA3190-32A6-246A-348E-B7867BF4B4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1151" y="2312784"/>
            <a:ext cx="6096000" cy="1219200"/>
          </a:xfrm>
          <a:prstGeom prst="rect">
            <a:avLst/>
          </a:prstGeom>
        </p:spPr>
      </p:pic>
      <p:pic>
        <p:nvPicPr>
          <p:cNvPr id="25" name="Picture 24" descr="A screenshot of a graph&#10;&#10;AI-generated content may be incorrect.">
            <a:extLst>
              <a:ext uri="{FF2B5EF4-FFF2-40B4-BE49-F238E27FC236}">
                <a16:creationId xmlns:a16="http://schemas.microsoft.com/office/drawing/2014/main" id="{9709F379-24A7-D032-5EC0-F8E386BBC1E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1151" y="3398520"/>
            <a:ext cx="6096000" cy="1219200"/>
          </a:xfrm>
          <a:prstGeom prst="rect">
            <a:avLst/>
          </a:prstGeom>
        </p:spPr>
      </p:pic>
      <p:pic>
        <p:nvPicPr>
          <p:cNvPr id="27" name="Picture 26" descr="A screenshot of a graph&#10;&#10;AI-generated content may be incorrect.">
            <a:extLst>
              <a:ext uri="{FF2B5EF4-FFF2-40B4-BE49-F238E27FC236}">
                <a16:creationId xmlns:a16="http://schemas.microsoft.com/office/drawing/2014/main" id="{C6585164-3D45-2D1F-819C-026EEE21ED2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1151" y="4516120"/>
            <a:ext cx="6096000" cy="1219200"/>
          </a:xfrm>
          <a:prstGeom prst="rect">
            <a:avLst/>
          </a:prstGeom>
        </p:spPr>
      </p:pic>
      <p:pic>
        <p:nvPicPr>
          <p:cNvPr id="29" name="Picture 28" descr="A screenshot of a graph&#10;&#10;AI-generated content may be incorrect.">
            <a:extLst>
              <a:ext uri="{FF2B5EF4-FFF2-40B4-BE49-F238E27FC236}">
                <a16:creationId xmlns:a16="http://schemas.microsoft.com/office/drawing/2014/main" id="{6F965329-8D73-5ECE-012A-C4077CB8D8E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21151" y="5642956"/>
            <a:ext cx="6096000" cy="12192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70F20F9D-E64D-4751-FF9E-11BAD0C0C417}"/>
              </a:ext>
            </a:extLst>
          </p:cNvPr>
          <p:cNvSpPr txBox="1"/>
          <p:nvPr/>
        </p:nvSpPr>
        <p:spPr>
          <a:xfrm>
            <a:off x="240147" y="456334"/>
            <a:ext cx="738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N=5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7A8533-B1F8-EDC1-325C-8BF881E3B26C}"/>
              </a:ext>
            </a:extLst>
          </p:cNvPr>
          <p:cNvSpPr txBox="1"/>
          <p:nvPr/>
        </p:nvSpPr>
        <p:spPr>
          <a:xfrm>
            <a:off x="240147" y="1629352"/>
            <a:ext cx="738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N=15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12782F-F3DB-DA5B-8D97-C88912469EE2}"/>
              </a:ext>
            </a:extLst>
          </p:cNvPr>
          <p:cNvSpPr txBox="1"/>
          <p:nvPr/>
        </p:nvSpPr>
        <p:spPr>
          <a:xfrm>
            <a:off x="240147" y="2802370"/>
            <a:ext cx="738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N=25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2C0C094-3A8F-37D6-AC91-1F65ED988C45}"/>
              </a:ext>
            </a:extLst>
          </p:cNvPr>
          <p:cNvSpPr txBox="1"/>
          <p:nvPr/>
        </p:nvSpPr>
        <p:spPr>
          <a:xfrm>
            <a:off x="240147" y="3864552"/>
            <a:ext cx="738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N=35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C6AD8A5-D840-D2AA-F101-DDBA9D1CF00D}"/>
              </a:ext>
            </a:extLst>
          </p:cNvPr>
          <p:cNvSpPr txBox="1"/>
          <p:nvPr/>
        </p:nvSpPr>
        <p:spPr>
          <a:xfrm>
            <a:off x="240147" y="4945207"/>
            <a:ext cx="738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N=45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ACDDD6-500B-EC5C-BCFC-176486D07F6B}"/>
              </a:ext>
            </a:extLst>
          </p:cNvPr>
          <p:cNvSpPr txBox="1"/>
          <p:nvPr/>
        </p:nvSpPr>
        <p:spPr>
          <a:xfrm>
            <a:off x="240147" y="6062807"/>
            <a:ext cx="738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N=55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37C07D6-D9B3-6AEC-B82D-C658CEB6AE80}"/>
              </a:ext>
            </a:extLst>
          </p:cNvPr>
          <p:cNvSpPr txBox="1"/>
          <p:nvPr/>
        </p:nvSpPr>
        <p:spPr>
          <a:xfrm>
            <a:off x="6168570" y="456334"/>
            <a:ext cx="1025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N=65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7DA228-BB91-AC0F-49C2-9361CA5FF2AC}"/>
              </a:ext>
            </a:extLst>
          </p:cNvPr>
          <p:cNvSpPr txBox="1"/>
          <p:nvPr/>
        </p:nvSpPr>
        <p:spPr>
          <a:xfrm>
            <a:off x="6168570" y="1629352"/>
            <a:ext cx="1025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N=75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ADFAF62-86DA-FBB1-80C5-26AC8EA091D1}"/>
              </a:ext>
            </a:extLst>
          </p:cNvPr>
          <p:cNvSpPr txBox="1"/>
          <p:nvPr/>
        </p:nvSpPr>
        <p:spPr>
          <a:xfrm>
            <a:off x="6168570" y="2802370"/>
            <a:ext cx="1025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N=85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22D7657-A660-C7D4-81B4-25E3C78580C3}"/>
              </a:ext>
            </a:extLst>
          </p:cNvPr>
          <p:cNvSpPr txBox="1"/>
          <p:nvPr/>
        </p:nvSpPr>
        <p:spPr>
          <a:xfrm>
            <a:off x="6168570" y="3864552"/>
            <a:ext cx="1025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N=95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A71743A-64A7-BB80-0AA0-123F4B8A9AC6}"/>
              </a:ext>
            </a:extLst>
          </p:cNvPr>
          <p:cNvSpPr txBox="1"/>
          <p:nvPr/>
        </p:nvSpPr>
        <p:spPr>
          <a:xfrm>
            <a:off x="6168570" y="4945207"/>
            <a:ext cx="1025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N=105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49EA374-0AA5-C9E9-17E0-D336C5E7F24F}"/>
              </a:ext>
            </a:extLst>
          </p:cNvPr>
          <p:cNvSpPr txBox="1"/>
          <p:nvPr/>
        </p:nvSpPr>
        <p:spPr>
          <a:xfrm>
            <a:off x="6168570" y="6062807"/>
            <a:ext cx="1025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N=115</a:t>
            </a:r>
          </a:p>
        </p:txBody>
      </p:sp>
    </p:spTree>
    <p:extLst>
      <p:ext uri="{BB962C8B-B14F-4D97-AF65-F5344CB8AC3E}">
        <p14:creationId xmlns:p14="http://schemas.microsoft.com/office/powerpoint/2010/main" val="3867169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36</Words>
  <Application>Microsoft Macintosh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dl3538</dc:creator>
  <cp:lastModifiedBy>dl3538</cp:lastModifiedBy>
  <cp:revision>1</cp:revision>
  <dcterms:created xsi:type="dcterms:W3CDTF">2025-11-19T15:50:47Z</dcterms:created>
  <dcterms:modified xsi:type="dcterms:W3CDTF">2025-11-19T16:00:04Z</dcterms:modified>
</cp:coreProperties>
</file>